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Raleway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KtjywBLojyMDICJz+raYwo2L5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81de593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2b81de5932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00dc32251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c00dc32251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00dc32251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c00dc32251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db11b48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1db11b48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00dc32251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c00dc32251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TTS: Sistema experto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NTTS: Sistema neuronal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6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6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6" name="Google Shape;16;p63"/>
          <p:cNvSpPr txBox="1"/>
          <p:nvPr/>
        </p:nvSpPr>
        <p:spPr>
          <a:xfrm>
            <a:off x="830400" y="4304700"/>
            <a:ext cx="797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IES Abastos									  CE Inteligencia Artificial y Big Data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										      Modelos de Inteligencia Artificial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6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6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6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5" name="Google Shape;25;p64"/>
          <p:cNvSpPr txBox="1"/>
          <p:nvPr/>
        </p:nvSpPr>
        <p:spPr>
          <a:xfrm>
            <a:off x="729450" y="4631825"/>
            <a:ext cx="797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IES Abastos			  		  		             CE Inteligencia Artificial y Big Data/ Modelos de Inteligencia Artificial</a:t>
            </a:r>
            <a:endParaRPr sz="10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6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5" name="Google Shape;35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6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8" name="Google Shape;38;p66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66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6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6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6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7" name="Google Shape;47;p6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6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6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4" name="Google Shape;54;p68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8" name="Google Shape;58;p6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69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7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5" name="Google Shape;65;p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70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8" name="Google Shape;68;p70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9" name="Google Shape;69;p70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7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1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3" name="Google Shape;73;p7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6" name="Google Shape;76;p7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72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72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7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6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s/polly/pricin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ws.amazon.com/polly/latest/dg/voice-engines-polly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3948"/>
              <a:buNone/>
            </a:pPr>
            <a:r>
              <a:rPr lang="es" dirty="0"/>
              <a:t>UT</a:t>
            </a:r>
            <a:r>
              <a:rPr lang="es" sz="4650" dirty="0"/>
              <a:t>.7 </a:t>
            </a:r>
            <a:r>
              <a:rPr lang="es-ES" sz="4650" dirty="0"/>
              <a:t>SERVICIOS DE VOZ</a:t>
            </a:r>
            <a:endParaRPr sz="465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2</a:t>
            </a:fld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687150" y="5995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 b="1" i="0" u="none" strike="noStrike" cap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Bloques de la unidad:</a:t>
            </a:r>
            <a:endParaRPr sz="2600" b="1" i="0" u="none" strike="noStrike" cap="non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00" y="1404475"/>
            <a:ext cx="8467054" cy="331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81de5932b_0_8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00" name="Google Shape;100;g2b81de5932b_0_8"/>
          <p:cNvSpPr txBox="1">
            <a:spLocks noGrp="1"/>
          </p:cNvSpPr>
          <p:nvPr>
            <p:ph type="body" idx="1"/>
          </p:nvPr>
        </p:nvSpPr>
        <p:spPr>
          <a:xfrm>
            <a:off x="729450" y="1381050"/>
            <a:ext cx="76887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control de costes con los proveedores es fundamental en cualquier proyecto de IA. Los principales costes según el tipo de proyecto son: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Proyectos realizados a partir de librerías: GPU y Memoria.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Servicios totalmente administrados: Por ejemplo SageMarker de AWS, los costes son a nivel de tiempo de computación.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Servicios de integración: Por ejemplos los TTS, cuyo coste es por caracteres sintetizados.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b81de5932b_0_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00dc32251_2_1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07" name="Google Shape;107;g2c00dc32251_2_1"/>
          <p:cNvSpPr txBox="1">
            <a:spLocks noGrp="1"/>
          </p:cNvSpPr>
          <p:nvPr>
            <p:ph type="body" idx="1"/>
          </p:nvPr>
        </p:nvSpPr>
        <p:spPr>
          <a:xfrm>
            <a:off x="729450" y="1381050"/>
            <a:ext cx="76887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Independiente del proyecto generalmente vamos a necesitar una gran cantidad de almacenamiento.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c00dc32251_2_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  <p:pic>
        <p:nvPicPr>
          <p:cNvPr id="109" name="Google Shape;109;g2c00dc32251_2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423" y="2441173"/>
            <a:ext cx="17716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c00dc32251_2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9975" y="2571749"/>
            <a:ext cx="2380725" cy="16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c00dc32251_2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4425" y="2302925"/>
            <a:ext cx="2966100" cy="23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</a:t>
            </a:r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650" y="1480225"/>
            <a:ext cx="7359351" cy="267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00dc32251_2_10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4" name="Google Shape;124;g2c00dc32251_2_10"/>
          <p:cNvSpPr txBox="1">
            <a:spLocks noGrp="1"/>
          </p:cNvSpPr>
          <p:nvPr>
            <p:ph type="body" idx="1"/>
          </p:nvPr>
        </p:nvSpPr>
        <p:spPr>
          <a:xfrm>
            <a:off x="729450" y="1381050"/>
            <a:ext cx="76887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laboratorio consta de dos partes. En ambas nos vamos a centrar en los costes para un proyecto de TTS.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gestión de costes con los proveedores es muy importante: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 rigurosos con los números.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Enlaces a las páginas web de las tarifas o presupuestos en pdf de los proveedores.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Visualizaciones de proyecciones de costes sencillas y fáciles de entender para departamentos “no técnicos”: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2c00dc32251_2_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db11b4879_0_6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31" name="Google Shape;131;g31db11b4879_0_6"/>
          <p:cNvSpPr txBox="1">
            <a:spLocks noGrp="1"/>
          </p:cNvSpPr>
          <p:nvPr>
            <p:ph type="body" idx="1"/>
          </p:nvPr>
        </p:nvSpPr>
        <p:spPr>
          <a:xfrm>
            <a:off x="729450" y="1381050"/>
            <a:ext cx="76887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 ver un ejemplo de costes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https://aws.amazon.com/es/polly/pricing/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https://docs.aws.amazon.com/polly/latest/dg/voice-engines-polly.html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1db11b4879_0_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00dc32251_2_19"/>
          <p:cNvSpPr txBox="1">
            <a:spLocks noGrp="1"/>
          </p:cNvSpPr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4.  Control de costes </a:t>
            </a:r>
            <a:endParaRPr/>
          </a:p>
        </p:txBody>
      </p:sp>
      <p:sp>
        <p:nvSpPr>
          <p:cNvPr id="138" name="Google Shape;138;g2c00dc32251_2_19"/>
          <p:cNvSpPr txBox="1">
            <a:spLocks noGrp="1"/>
          </p:cNvSpPr>
          <p:nvPr>
            <p:ph type="body" idx="1"/>
          </p:nvPr>
        </p:nvSpPr>
        <p:spPr>
          <a:xfrm>
            <a:off x="729450" y="1381050"/>
            <a:ext cx="7688700" cy="29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Tenemos un proyecto que va a realizar un uso intensivo de un TTS, desde jefatura de proyectos nos piden realizar una presentación para elegir proveedor. Los aspectos a tener en cuenta en nuestro análisis son los siguientes: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Voces neuronales o estándar (sistema experto).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Comparativa de precios.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propias de cada proveedor.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Proyecciones de caracteres consumidos:  50 M, 80 M, 400 M y 1.200 M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c00dc32251_2_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Presentación en pantalla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Lato</vt:lpstr>
      <vt:lpstr>Raleway</vt:lpstr>
      <vt:lpstr>Arial</vt:lpstr>
      <vt:lpstr>Streamline</vt:lpstr>
      <vt:lpstr>UT.7 SERVICIOS DE VOZ </vt:lpstr>
      <vt:lpstr>Presentación de PowerPoint</vt:lpstr>
      <vt:lpstr>4.  Control de costes </vt:lpstr>
      <vt:lpstr>4.  Control de costes </vt:lpstr>
      <vt:lpstr>4.  Control de costes</vt:lpstr>
      <vt:lpstr>4.  Control de costes </vt:lpstr>
      <vt:lpstr>4.  Control de costes </vt:lpstr>
      <vt:lpstr>4.  Control de costes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APARICIO DE LA MATA, SERGIO</cp:lastModifiedBy>
  <cp:revision>1</cp:revision>
  <dcterms:modified xsi:type="dcterms:W3CDTF">2026-02-02T20:43:25Z</dcterms:modified>
</cp:coreProperties>
</file>